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01168" y="73152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MyIAM Micro-Plan Roadmap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01168" y="42062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 – Mar 2027   |   7 workstreams   |   6 sprints   |   ◆ = module complete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82957" y="1298448"/>
            <a:ext cx="557999" cy="3291840"/>
          </a:xfrm>
          <a:prstGeom prst="rect">
            <a:avLst/>
          </a:prstGeom>
          <a:solidFill>
            <a:srgbClr val="E8ECF4">
              <a:alpha val="70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82957" y="1335024"/>
            <a:ext cx="5579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2583879" y="1335024"/>
            <a:ext cx="5579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84801" y="1298448"/>
            <a:ext cx="557999" cy="3291840"/>
          </a:xfrm>
          <a:prstGeom prst="rect">
            <a:avLst/>
          </a:prstGeom>
          <a:solidFill>
            <a:srgbClr val="E8ECF4">
              <a:alpha val="70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84801" y="1335024"/>
            <a:ext cx="5579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785724" y="1335024"/>
            <a:ext cx="5579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386646" y="1298448"/>
            <a:ext cx="600922" cy="3291840"/>
          </a:xfrm>
          <a:prstGeom prst="rect">
            <a:avLst/>
          </a:prstGeom>
          <a:solidFill>
            <a:srgbClr val="E8ECF4">
              <a:alpha val="70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86646" y="1335024"/>
            <a:ext cx="6009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030491" y="1335024"/>
            <a:ext cx="188861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0B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82496" y="1536192"/>
            <a:ext cx="0" cy="3054096"/>
          </a:xfrm>
          <a:prstGeom prst="line">
            <a:avLst/>
          </a:prstGeom>
          <a:noFill/>
          <a:ln w="6350">
            <a:solidFill>
              <a:srgbClr val="B0BAD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1517904" y="15453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13109" y="1536192"/>
            <a:ext cx="0" cy="3054096"/>
          </a:xfrm>
          <a:prstGeom prst="line">
            <a:avLst/>
          </a:prstGeom>
          <a:noFill/>
          <a:ln w="6350">
            <a:solidFill>
              <a:srgbClr val="B0BAD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2848517" y="15453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00800" y="1536192"/>
            <a:ext cx="0" cy="3054096"/>
          </a:xfrm>
          <a:prstGeom prst="line">
            <a:avLst/>
          </a:prstGeom>
          <a:noFill/>
          <a:ln w="6350">
            <a:solidFill>
              <a:srgbClr val="B0BAD0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4136208" y="15453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31413" y="1536192"/>
            <a:ext cx="0" cy="3054096"/>
          </a:xfrm>
          <a:prstGeom prst="line">
            <a:avLst/>
          </a:prstGeom>
          <a:noFill/>
          <a:ln w="6350">
            <a:solidFill>
              <a:srgbClr val="B0BAD0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5466821" y="15453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62026" y="1536192"/>
            <a:ext cx="0" cy="3054096"/>
          </a:xfrm>
          <a:prstGeom prst="line">
            <a:avLst/>
          </a:prstGeom>
          <a:noFill/>
          <a:ln w="6350">
            <a:solidFill>
              <a:srgbClr val="B0BAD0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797434" y="15453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163871" y="1536192"/>
            <a:ext cx="0" cy="3054096"/>
          </a:xfrm>
          <a:prstGeom prst="line">
            <a:avLst/>
          </a:prstGeom>
          <a:noFill/>
          <a:ln w="6350">
            <a:solidFill>
              <a:srgbClr val="B0BAD0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7999279" y="154533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82496" y="4590288"/>
            <a:ext cx="7296912" cy="0"/>
          </a:xfrm>
          <a:prstGeom prst="line">
            <a:avLst/>
          </a:prstGeom>
          <a:noFill/>
          <a:ln w="12700">
            <a:solidFill>
              <a:srgbClr val="B0BA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" y="170078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 (AD → DB)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982957" y="1763329"/>
            <a:ext cx="987229" cy="222382"/>
          </a:xfrm>
          <a:prstGeom prst="roundRect">
            <a:avLst>
              <a:gd name="adj" fmla="val 20559"/>
            </a:avLst>
          </a:prstGeom>
          <a:solidFill>
            <a:srgbClr val="0070C0">
              <a:alpha val="25000"/>
            </a:srgbClr>
          </a:solidFill>
          <a:ln w="19050">
            <a:solidFill>
              <a:srgbClr val="0070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2901606" y="1805940"/>
            <a:ext cx="137160" cy="1371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440" y="210312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982957" y="2165665"/>
            <a:ext cx="1287690" cy="222382"/>
          </a:xfrm>
          <a:prstGeom prst="roundRect">
            <a:avLst>
              <a:gd name="adj" fmla="val 20559"/>
            </a:avLst>
          </a:prstGeom>
          <a:solidFill>
            <a:srgbClr val="7030A0">
              <a:alpha val="25000"/>
            </a:srgbClr>
          </a:solidFill>
          <a:ln w="19050">
            <a:solidFill>
              <a:srgbClr val="7030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3202067" y="2208276"/>
            <a:ext cx="137160" cy="137160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440" y="250545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 / AD Write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982957" y="2568001"/>
            <a:ext cx="2575381" cy="222382"/>
          </a:xfrm>
          <a:prstGeom prst="roundRect">
            <a:avLst>
              <a:gd name="adj" fmla="val 20559"/>
            </a:avLst>
          </a:prstGeom>
          <a:solidFill>
            <a:srgbClr val="E45011">
              <a:alpha val="25000"/>
            </a:srgbClr>
          </a:solidFill>
          <a:ln w="19050">
            <a:solidFill>
              <a:srgbClr val="E4501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4489758" y="2610612"/>
            <a:ext cx="137160" cy="137160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440" y="2907792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Refinement (ongoing)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982957" y="2970337"/>
            <a:ext cx="6137991" cy="222382"/>
          </a:xfrm>
          <a:prstGeom prst="roundRect">
            <a:avLst>
              <a:gd name="adj" fmla="val 20559"/>
            </a:avLst>
          </a:prstGeom>
          <a:solidFill>
            <a:srgbClr val="00703C">
              <a:alpha val="25000"/>
            </a:srgbClr>
          </a:solidFill>
          <a:ln w="19050">
            <a:solidFill>
              <a:srgbClr val="00703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440" y="3310128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Context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013109" y="3372673"/>
            <a:ext cx="1888613" cy="222382"/>
          </a:xfrm>
          <a:prstGeom prst="roundRect">
            <a:avLst>
              <a:gd name="adj" fmla="val 20559"/>
            </a:avLst>
          </a:prstGeom>
          <a:solidFill>
            <a:srgbClr val="00B0F0">
              <a:alpha val="25000"/>
            </a:srgbClr>
          </a:solidFill>
          <a:ln w="19050">
            <a:solidFill>
              <a:srgbClr val="00B0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4833142" y="3415284"/>
            <a:ext cx="137160" cy="13716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1440" y="3712464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14032" y="3775009"/>
            <a:ext cx="2618304" cy="222382"/>
          </a:xfrm>
          <a:prstGeom prst="roundRect">
            <a:avLst>
              <a:gd name="adj" fmla="val 20559"/>
            </a:avLst>
          </a:prstGeom>
          <a:solidFill>
            <a:srgbClr val="C00000">
              <a:alpha val="25000"/>
            </a:srgbClr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6163755" y="3817620"/>
            <a:ext cx="137160" cy="13716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1440" y="4114800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300800" y="4177345"/>
            <a:ext cx="3820148" cy="222382"/>
          </a:xfrm>
          <a:prstGeom prst="roundRect">
            <a:avLst>
              <a:gd name="adj" fmla="val 20559"/>
            </a:avLst>
          </a:prstGeom>
          <a:solidFill>
            <a:srgbClr val="FFC000">
              <a:alpha val="25000"/>
            </a:srgbClr>
          </a:solidFill>
          <a:ln w="19050">
            <a:solidFill>
              <a:srgbClr val="FFC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8052368" y="4219956"/>
            <a:ext cx="137160" cy="13716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4558338" y="1536192"/>
            <a:ext cx="0" cy="3054096"/>
          </a:xfrm>
          <a:prstGeom prst="line">
            <a:avLst/>
          </a:prstGeom>
          <a:noFill/>
          <a:ln w="19050">
            <a:solidFill>
              <a:srgbClr val="E45011"/>
            </a:solidFill>
            <a:prstDash val="dash"/>
          </a:ln>
        </p:spPr>
      </p:sp>
      <p:sp>
        <p:nvSpPr>
          <p:cNvPr id="49" name="Text 47"/>
          <p:cNvSpPr txBox="1"/>
          <p:nvPr/>
        </p:nvSpPr>
        <p:spPr>
          <a:xfrm>
            <a:off x="4594914" y="1554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API complete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unblocked ↓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163871" y="1536192"/>
            <a:ext cx="815537" cy="3054096"/>
          </a:xfrm>
          <a:prstGeom prst="roundRect">
            <a:avLst>
              <a:gd name="adj" fmla="val 4485"/>
            </a:avLst>
          </a:prstGeom>
          <a:solidFill>
            <a:srgbClr val="00703C">
              <a:alpha val="15000"/>
            </a:srgbClr>
          </a:solidFill>
          <a:ln w="12700">
            <a:solidFill>
              <a:srgbClr val="00703C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00447" y="15727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E8ECF4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82880" y="4905756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India  |  Self Service App Suite  |  MyIAM Programme  |  Oct 2026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1682496" y="4668012"/>
            <a:ext cx="7296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bands = sprints   |   Dashed line = critical gate   |   ◆ = module complete milestone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IAM Navy">
  <a:themeElements>
    <a:clrScheme name="MyIAM Navy">
      <a:dk1>
        <a:srgbClr val="00205B"/>
      </a:dk1>
      <a:lt1>
        <a:srgbClr val="FFFFFF"/>
      </a:lt1>
      <a:dk2>
        <a:srgbClr val="1A3A6B"/>
      </a:dk2>
      <a:lt2>
        <a:srgbClr val="F0F4FA"/>
      </a:lt2>
      <a:accent1>
        <a:srgbClr val="E45011"/>
      </a:accent1>
      <a:accent2>
        <a:srgbClr val="0070C0"/>
      </a:accent2>
      <a:accent3>
        <a:srgbClr val="00B050"/>
      </a:accent3>
      <a:accent4>
        <a:srgbClr val="FFC000"/>
      </a:accent4>
      <a:accent5>
        <a:srgbClr val="7030A0"/>
      </a:accent5>
      <a:accent6>
        <a:srgbClr val="00B0F0"/>
      </a:accent6>
      <a:hlink>
        <a:srgbClr val="0563C1"/>
      </a:hlink>
      <a:folHlink>
        <a:srgbClr val="954F72"/>
      </a:folHlink>
    </a:clrScheme>
    <a:fontScheme name="MyIAM Navy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Airbus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MyIAM Micro-Plan Roadmap</dc:subject>
  <dc:creator>Airbus IAM Team</dc:creator>
  <cp:lastModifiedBy>Airbus IAM Team</cp:lastModifiedBy>
  <cp:revision>1</cp:revision>
  <dcterms:created xsi:type="dcterms:W3CDTF">2026-10-08T04:53:37Z</dcterms:created>
  <dcterms:modified xsi:type="dcterms:W3CDTF">2026-10-08T04:53:37Z</dcterms:modified>
</cp:coreProperties>
</file>