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MyIAM Programme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MyPassword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FF"/>
                </a:solidFill>
              </a:rPr>
              <a:t>Product Success &amp; Measurement Plan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9CC"/>
                </a:solidFill>
              </a:rPr>
              <a:t>Version 1.0  |  Airbus India  |  FY26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097280" cy="5486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MyPassword enables Airbus employees to resolve password and account lock issues independently — without contacting the IT helpdesk — across three identity types.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82880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627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Identity 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600200"/>
            <a:ext cx="155448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600200"/>
            <a:ext cx="155448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IIVR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600200"/>
            <a:ext cx="164592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1627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Buddy Reset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600200"/>
            <a:ext cx="173736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27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1828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29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Prod Identity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1984248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4028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1984248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984248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924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Windows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984248"/>
            <a:ext cx="1737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24688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VALN Identity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242316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4028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242316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9476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24231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9240" y="2468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0000"/>
                </a:solidFill>
              </a:rPr>
              <a:t>✗  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42316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95160" y="2468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862072"/>
            <a:ext cx="1828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SAP (Prod only)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28620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4028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 + Unlock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28620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79476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2862072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49240" y="2907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0000"/>
                </a:solidFill>
              </a:rPr>
              <a:t>✗  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2862072"/>
            <a:ext cx="1737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95160" y="29077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 + Unlock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Success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63040"/>
          </a:xfrm>
          <a:prstGeom prst="rect">
            <a:avLst/>
          </a:prstGeom>
          <a:solidFill>
            <a:srgbClr val="EEF4FF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896112"/>
            <a:ext cx="81381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205B"/>
                </a:solidFill>
              </a:rPr>
              <a:t>"MyPassword is successful when an Airbus employee can reset their Prod or VALN password and unlock their SAP account themselves, at any time, without contacting IT — and that self-service channel is secure, auditable, and trusted enough that helpdesk involvement becomes the exception, not the norm."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STAKEHOLDER 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Employee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7980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Reset password or unlock SAP immediately — no ticket, no wait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4553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IT / Helpdesk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00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Password and SAP unlock tickets disappear from the queue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IT Leadership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027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Support cost down; team redeployed to higher-value 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0050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All resets through verified, auditable channels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52544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Business / Manager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4074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Team not blocked due to locked SAP accounts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Channel Hierarchy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Success means events flowing toward the top of this hierarchy. IT Admin must become the exception, not the default.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3716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✓  Best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Self-Service / IIVR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All identity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13716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~  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Buddy Reset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Prod identity, Windows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137160" cy="91440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000"/>
                </a:solidFill>
              </a:rPr>
              <a:t>✗  Last Resort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IT Admin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All identity types (fallback only)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4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North Star Metric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9611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% of reset and unlock events resolved without IT Admin involvement — across all identity types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65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When this number goes up: IT cost drops, employee wait time falls, and the platform is working.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02336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Current Baseline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B"/>
                </a:solidFill>
              </a:rPr>
              <a:t>X%  (TBC from logs)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4023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Target (Oct 1 Launch)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5E20"/>
                </a:solidFill>
              </a:rPr>
              <a:t>≥ 80%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Every feature decision should be assessed against whether it moves this metric.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Channel Distribution Targets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Track the split of events by channel and identity type. IT Admin % should shrink over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46304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207008"/>
            <a:ext cx="155448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07008"/>
            <a:ext cx="118872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109728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207008"/>
            <a:ext cx="118872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207008"/>
            <a:ext cx="137160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54480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" y="159105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1554480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5376" y="15910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1554480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9856" y="1591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15910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554480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1591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554480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94576" y="15910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1883664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2336" y="192024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1883664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865376" y="19202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188366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19856" y="1920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188366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08576" y="192024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188366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05856" y="1920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1883664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94576" y="19202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2212848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2336" y="22494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0" y="2212848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65376" y="2249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Buddy (Win)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221284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19856" y="22494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212848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08576" y="22494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221284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05856" y="22494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2212848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94576" y="22494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2542032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02336" y="257860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0" y="2542032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865376" y="2578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83280" y="254203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19856" y="2578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254203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08576" y="257860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254203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705856" y="2578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58000" y="2542032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94576" y="257860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2871216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02336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28800" y="2871216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865376" y="29077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83280" y="287121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419856" y="29077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2871216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608576" y="290779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669280" y="287121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705856" y="29077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58000" y="2871216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894576" y="29077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65760" y="3200400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02336" y="32369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828800" y="3200400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865376" y="32369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383280" y="32004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419856" y="32369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320040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608576" y="32369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669280" y="32004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705856" y="32369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858000" y="3200400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94576" y="32369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65760" y="3529584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2336" y="3566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828800" y="3529584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865376" y="35661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383280" y="352958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419856" y="3566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3529584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608576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669280" y="352958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705856" y="3566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858000" y="3529584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894576" y="356616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3858768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2336" y="38953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828800" y="3858768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865376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383280" y="38587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419856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572000" y="3858768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608576" y="38953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70%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669280" y="38587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705856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858000" y="3858768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894576" y="38953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65760" y="4187952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02336" y="422452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828800" y="4187952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865376" y="42245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383280" y="4187952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419856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572000" y="4187952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608576" y="4224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669280" y="4187952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705856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858000" y="4187952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894576" y="42245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65760" y="4517136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02336" y="45537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1828800" y="4517136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865376" y="4553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383280" y="45171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419856" y="45537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572000" y="4517136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608576" y="45537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669280" y="45171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705856" y="45537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858000" y="4517136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894576" y="455371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6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Leading &amp; Lagging Indicators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LEADING — act now (weekly)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521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Self-service failure rate (by identity)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1521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&lt; 10%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1521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MyPassword logs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4996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IIVR completion rate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499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&gt; 85%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4996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IIVR system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8412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Buddy reset success rate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847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&gt; 90%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847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MyPassword logs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3969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1945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Abandonment rate mid-flow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194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&lt; 8%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194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MyPassword logs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542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LAGGING — confirm what happened (monthly)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279806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</a:rPr>
              <a:t>If self-service ↑ but incidents/requests stay flat → silent failure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072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Admin reset volume / month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072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</a:rPr>
              <a:t>−50% vs baseline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0723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ServiceNow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36499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419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Password/account incident volume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</a:rPr>
              <a:t>↓ trend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4198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Requests system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712464"/>
            <a:ext cx="8412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767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Access-related request volume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37673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</a:rPr>
              <a:t>↓ trend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7673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ServiceNow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05993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114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Mean time to resolve — self-service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4114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</a:rPr>
              <a:t>&lt; 5 mins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114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MyPassword logs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4462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Helpdesk tickets tagged password/unlock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4462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</a:rPr>
              <a:t>↓ trend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44622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ServiceNow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7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Impact &amp; Next Steps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BUSINESS IMPACT CALCULATION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" y="115214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Admin resets / month (baseline)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0" y="109728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15214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TBC from ServiceNow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109728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21424" y="115214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tickets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" y="151790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Resets deflected after launch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146304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151790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Target: −50% of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1424" y="15179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tickets/month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" y="188366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Avg IT handle time per reset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182880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95344" y="188366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15 mins (validate with helpdesk)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21424" y="188366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0.25 hrs/ticket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194560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" y="224942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hours saved / month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0" y="219456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95344" y="224942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Deflected × 0.25 hrs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219456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21424" y="224942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hrs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56032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" y="261518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Annual cost saving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0" y="256032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95344" y="261518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Hours saved × IT cost rate (€/hr)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256032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21424" y="261518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€ TBC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Reference: MyIAM programme ROI baseline — €360K/year projected savings across the full platform.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3310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IMMEDIATE NEXT STEPS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630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Pull current IT Admin reset volume from ServiceNow — establish baseline by identity type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3849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Pull self-service success/failure rates from MyPassword platform logs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059936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069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Validate avg IT handle time per reset with helpdesk team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279392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4288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Agree targets with IT leadership before Oct 1 React platform launch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498848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507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Capture all baselines by Sprint 8 (beta gate) for before/after story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8 of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2026-09-01T07:06:24Z</dcterms:created>
  <dcterms:modified xsi:type="dcterms:W3CDTF">2026-09-01T07:06:24Z</dcterms:modified>
</cp:coreProperties>
</file>