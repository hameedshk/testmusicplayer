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MyIAM Programme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MyAccount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CFF"/>
                </a:solidFill>
              </a:rPr>
              <a:t>Product Success &amp; Measurement Plan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99CC"/>
                </a:solidFill>
              </a:rPr>
              <a:t>Version 1.0  |  Airbus India  |  FY26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097280" cy="5486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MyAccount manages the full lifecycle of non-human identities — from creation through recertification to deletion. It enforces governance through approval workflows, automated jobs, escalations, and notifications.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0116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389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 Type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77440" y="1353312"/>
            <a:ext cx="36576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389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Primary Use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353312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389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Password Expiry Risk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20116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1655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Service Account (SA)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1627632"/>
            <a:ext cx="3657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1655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Automated processes, integrations, jobs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627632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CRITICAL — outage risk if missed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Technical Account (TA)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1956816"/>
            <a:ext cx="3657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23160" y="1984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Individual technical tasks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956816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0760" y="1984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Important — access disruption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20116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GMC Account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0" y="2286000"/>
            <a:ext cx="3657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23160" y="2313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Group-managed credentials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286000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2313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Managed per policy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615184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2642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Test Account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0" y="2615184"/>
            <a:ext cx="3657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2642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Testing and QA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2615184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80760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Managed per policy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944368"/>
            <a:ext cx="20116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2971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Autologon Account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77440" y="2944368"/>
            <a:ext cx="3657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23160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Automated logon for specific systems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2944368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80760" y="2971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Managed per policy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65760" y="43159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Primary users: Application managers · Delegates · Solution architects · IT Admins · Auditors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2 of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Success Definition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645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77824"/>
            <a:ext cx="80467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205B"/>
                </a:solidFill>
              </a:rPr>
              <a:t>"MyAccount is successful when every non-human identity at Airbus is created through a governed, timely approval process; maintained with current passwords and active ownership; automatically disabled when policy is breached or the owner leaves; recertified on schedule; and removed when no longer needed — with clear notifications, escalations, and rejection reasons so no account is ever orphaned, expired, or compliant only on paper."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578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THREE THINGS THIS REQUIRES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871216"/>
            <a:ext cx="8412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871216"/>
            <a:ext cx="109728" cy="438912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916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Ownership coverage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9169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Every account has a known, accountable owner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46704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346704"/>
            <a:ext cx="109728" cy="438912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92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Lifecycle discipline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3924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Accounts created, updated, recertified, and deleted through the platform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22192"/>
            <a:ext cx="8412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822192"/>
            <a:ext cx="109728" cy="438912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867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Governance outcomes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8679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Orphan rate ↓, recertification pass rate ↑, AD stays clean, SA breaches = 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3 of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North Star Metric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00584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77824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% of non-human accounts in a fully governed state — active owner, current password, recertified on time, no policy breach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When this goes up: orphan rate falls, audit risk reduces, SA breach risk drops to zero.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95728"/>
            <a:ext cx="4023360" cy="11887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Current Baseline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</a:rPr>
              <a:t>X%  (TBC)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2395728"/>
            <a:ext cx="40233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Target (Oct 1)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≥ 90%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Unlike MyPassword (self-service rate), MyAccount's North Star measures governance quality — not just whether actions were completed.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4 of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Business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CIO / Security / IT Leadership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Did it reduce security risk and improve compliance? Review quarterly.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170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133856"/>
            <a:ext cx="23774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1704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it shows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133856"/>
            <a:ext cx="11887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0" y="1170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Target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1133856"/>
            <a:ext cx="17373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170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408176"/>
            <a:ext cx="274320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14356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Orphaned account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1408176"/>
            <a:ext cx="237744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5468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Security risk — no active owner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1408176"/>
            <a:ext cx="118872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1435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&lt; 5%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0" y="1408176"/>
            <a:ext cx="173736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logs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1709928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Recertification pass rate (on time)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08960" y="1709928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5468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Audit compliance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1709928"/>
            <a:ext cx="11887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≥ 95%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1709928"/>
            <a:ext cx="17373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logs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011680"/>
            <a:ext cx="274320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0391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SA password expiry breach rate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2011680"/>
            <a:ext cx="237744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54680" y="2039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Service disruption + security risk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2011680"/>
            <a:ext cx="118872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3212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0%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75120" y="2011680"/>
            <a:ext cx="173736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20840" y="2039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logs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2313432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23408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TA password expiry breach rate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08960" y="2313432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54680" y="2340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Access disruption risk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2313432"/>
            <a:ext cx="11887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532120" y="23408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&lt; 5%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75120" y="2313432"/>
            <a:ext cx="17373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20840" y="23408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logs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615184"/>
            <a:ext cx="274320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11480" y="26426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Leaver account disable time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08960" y="2615184"/>
            <a:ext cx="237744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154680" y="26426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Ex-owner accounts closed on time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0" y="2615184"/>
            <a:ext cx="118872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32120" y="26426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Same day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2615184"/>
            <a:ext cx="173736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20840" y="2642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+ HR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2916936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11480" y="2944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AD data quality score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08960" y="2916936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54680" y="2944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Operational risk from sync drift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0" y="2916936"/>
            <a:ext cx="11887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32120" y="2944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↑ trend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675120" y="2916936"/>
            <a:ext cx="17373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720840" y="2944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AD / MyAccount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3218688"/>
            <a:ext cx="274320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1148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Non-human account sprawl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108960" y="3218688"/>
            <a:ext cx="237744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15468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Unmanaged accounts total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486400" y="3218688"/>
            <a:ext cx="118872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53212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↓ trend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675120" y="3218688"/>
            <a:ext cx="173736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72084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logs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5760" y="3520440"/>
            <a:ext cx="27432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11480" y="3547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Unix-enabled account accuracy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108960" y="3520440"/>
            <a:ext cx="2377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154680" y="3547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Correct UID/GID/GECOS/autohome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486400" y="3520440"/>
            <a:ext cx="11887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532120" y="3547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100%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675120" y="3520440"/>
            <a:ext cx="17373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720840" y="3547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+ AD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65760" y="3822192"/>
            <a:ext cx="274320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11480" y="38496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Unix disable completion rate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108960" y="3822192"/>
            <a:ext cx="237744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154680" y="38496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Fully Unix-disabled when required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486400" y="3822192"/>
            <a:ext cx="118872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532120" y="3849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100%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675120" y="3822192"/>
            <a:ext cx="1737360" cy="283464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720840" y="3849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MyAccount logs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65760" y="3950208"/>
            <a:ext cx="8412480" cy="347472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57200" y="4005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205B"/>
                </a:solidFill>
              </a:rPr>
              <a:t>3-Min Story: "We reduced orphaned accounts from X% to Y%. SA breach rate is zero. Leaver accounts disabled same day. Audit risk contained."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5 of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User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IT Management / App Managers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Did it make account lifecycle management easier and clearer? Review monthly.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29260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170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133856"/>
            <a:ext cx="32004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1704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it shows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1133856"/>
            <a:ext cx="19202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08176"/>
            <a:ext cx="292608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35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Account creation within lead time SLA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408176"/>
            <a:ext cx="32004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435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Approved and created on 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408176"/>
            <a:ext cx="1920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435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682496"/>
            <a:ext cx="2926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709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Rejection rate with proper reason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68249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Rejections explained clearly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1682496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100% of rejections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1956816"/>
            <a:ext cx="292608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19842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Recertification completion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1956816"/>
            <a:ext cx="32004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19842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Owners completing without chasing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1956816"/>
            <a:ext cx="1920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231136"/>
            <a:ext cx="2926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2585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SA reminder response rate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223113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37560" y="2258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Owners acting before SA expiry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2231136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505456"/>
            <a:ext cx="292608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25328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TA reminder response rate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2505456"/>
            <a:ext cx="32004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37560" y="2532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Owners acting before TA expiry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2505456"/>
            <a:ext cx="1920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37960" y="2532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2779776"/>
            <a:ext cx="2926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2807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End of lifecycle reminder response rate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91840" y="277977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37560" y="2807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Lifecycle events actioned before auto-disable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2779776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37960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90%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054096"/>
            <a:ext cx="292608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11480" y="3081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Reminder-to-action time (SA / TA)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91840" y="3054096"/>
            <a:ext cx="32004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337560" y="30815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How quickly owners act after reminder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92240" y="3054096"/>
            <a:ext cx="1920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3796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SA: &lt;24h · TA: &lt;48h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328416"/>
            <a:ext cx="2926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11480" y="3355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Escalation response rate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91840" y="332841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337560" y="3355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Notifications actioned before breach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3328416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537960" y="3355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90%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3602736"/>
            <a:ext cx="292608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11480" y="3630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Delegation setup success rate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3602736"/>
            <a:ext cx="32004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337560" y="3630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Delegates configured correctly first time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92240" y="3602736"/>
            <a:ext cx="1920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37960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↑ trend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3877056"/>
            <a:ext cx="2926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11480" y="3904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Unix enablement within lead time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91840" y="387705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337560" y="3904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Unix access ready when needed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92240" y="3877056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537960" y="3904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90% SLA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65760" y="4151376"/>
            <a:ext cx="292608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11480" y="41788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Unix attribute update success rate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91840" y="4151376"/>
            <a:ext cx="32004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337560" y="4178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Updates applied correctly first time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92240" y="4151376"/>
            <a:ext cx="1920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537960" y="4178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≥ 95%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Silent failure: if recertification rate looks good but orphan rate is high — accounts certified but never deleted. Governance gap, not success.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6 of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Product Perspective (1/2)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PM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Is the product behaving as designed? Review weekly. These drive your decisions — lifecycle and governance.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252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188720"/>
            <a:ext cx="34747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225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 if wrong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14630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225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274320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90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 action completion rate (by type)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463040"/>
            <a:ext cx="34747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4904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Which action fails — create, recertify, delete, pwd renewal?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463040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490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≥ 85%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8745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Accounts failing recertification (by type)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1847088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Comprehension, reminder timing, or delegation gap?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847088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1874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&lt; 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231136"/>
            <a:ext cx="274320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258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Orphan accounts by account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231136"/>
            <a:ext cx="34747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54680" y="22585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Which type accumulates most → fix lifecycle/ownership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2231136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2258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↓ monthly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642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Approval turnaround 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2615184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54680" y="2642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Bottleneck: approver, process, or UX?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2615184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9400" y="26426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&lt; 48 hrs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274320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0266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Incident volume tagged MyAccount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2999232"/>
            <a:ext cx="34747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54680" y="30266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Flat while self-service grows → silent failure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2999232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9400" y="3026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↓ trend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38328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34107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request volume — account management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08960" y="3383280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154680" y="34107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doing manually what platform should handle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338328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9400" y="3410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↓ trend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274320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11480" y="37947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Delegation misconfiguration rate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08960" y="3767328"/>
            <a:ext cx="34747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154680" y="3794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Training gap or UX issue → redesign delegation flow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0" y="3767328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29400" y="3794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↓ trend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292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205B"/>
                </a:solidFill>
              </a:rPr>
              <a:t>Rule: if a metric goes wrong and IT ops fixes it → operational. If you fix it in the product → yours.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7 of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Product Perspective (2/2)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PM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Notification health and Unix enablement. Both fail silently — users don't report what they never received.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1338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5011"/>
                </a:solidFill>
              </a:rPr>
              <a:t>NOTIFICATIONS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4081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34747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1408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 if wrong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14630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645920"/>
            <a:ext cx="274320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16733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Accounts disabled without prior notification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1645920"/>
            <a:ext cx="34747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54680" y="16733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Notification job failing → escalate to IT 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645920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673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029968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20574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Reminder delivery success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029968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54680" y="20574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Notification job health → escalate if failing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029968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2057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100%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237744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05B"/>
                </a:solidFill>
              </a:rPr>
              <a:t>UNIX ENABLEMENT  (UID · GID · GECOS · autohome)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633472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08960" y="2633472"/>
            <a:ext cx="34747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54680" y="2670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 if wrong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2633472"/>
            <a:ext cx="14630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2670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907792"/>
            <a:ext cx="274320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" y="29352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Unix attribute error rate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08960" y="2907792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54680" y="29352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Which attribute fails? Improve form validation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2907792"/>
            <a:ext cx="146304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29400" y="2935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27355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33009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Unix AD sync success 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08960" y="327355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54680" y="3300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Sync job failing → escalate to IT ops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3273552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29400" y="3300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639312"/>
            <a:ext cx="274320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1480" y="3666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Unix AD sync lag time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08960" y="3639312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154680" y="3666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Set but not propagated → access delays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83680" y="3639312"/>
            <a:ext cx="146304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29400" y="3666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&lt; 15 mins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00507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11480" y="40325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Unix disable accuracy rate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108960" y="400507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54680" y="4032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Disabled in MyAccount but still active in AD?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0" y="4005072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629400" y="4032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100%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4279392"/>
            <a:ext cx="841248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2920" y="43525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</a:rPr>
              <a:t>Unix watch-out: an attribute set in MyAccount but not yet in AD = access failure that looks like a product bug. Check AD sync job status first.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8 of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Platform Health Metrics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IT Ops (PM context)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Not product metrics — context metrics. When a product metric moves unexpectedly, check platform health first.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1945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43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207008"/>
            <a:ext cx="29260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2435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it matters for MyAccount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207008"/>
            <a:ext cx="11887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0" y="1243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Owner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1207008"/>
            <a:ext cx="18288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2435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481328"/>
            <a:ext cx="21945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Platform uptime 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0" y="1481328"/>
            <a:ext cx="29260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1508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Downtime stops all actions and automated jobs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1481328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IT Ops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0" y="1481328"/>
            <a:ext cx="18288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1508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Monitoring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1810512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Major Incident (MI) count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0" y="1810512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06040" y="1837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MIs explain spikes in product metric failures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181051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1837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IT Ops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1810512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18379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ServiceNow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139696"/>
            <a:ext cx="21945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167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Automated job success rate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0" y="2139696"/>
            <a:ext cx="29260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06040" y="2167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Failed jobs = SA expiry, missed disables, AD drift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2139696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32120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IT Ops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75120" y="2139696"/>
            <a:ext cx="18288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20840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Job scheduler logs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2468880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2496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AD sync success rate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0" y="2468880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06040" y="2496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Sync failures cause data drift and compliance errors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246888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53212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IT Ops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75120" y="2468880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20840" y="2496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AD logs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798064"/>
            <a:ext cx="21945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11480" y="2825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Notification delivery success rate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0" y="2798064"/>
            <a:ext cx="29260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606040" y="2825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Failed notifications = missed renewals, failed recerts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0" y="2798064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32120" y="2825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IT Ops + PM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2798064"/>
            <a:ext cx="18288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20840" y="2825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Notification system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312724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11480" y="3154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Escalation delivery success rate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0" y="3127248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606040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Failed escalations = policy breaches go unnoticed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0" y="312724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32120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IT Ops + PM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675120" y="3127248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720840" y="3154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Notification system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3639312"/>
            <a:ext cx="841248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02920" y="36941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PM decision tree: product metric spikes → check platform health log first.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Job failed that day → IT ops issue. Jobs ran clean, users didn't act → product / training issue.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9 of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Password Expiry — SA vs 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SA and TA password expiry carry different risk levels and require different targets and escalation paths.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435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08960" y="1207008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2435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 (Service Account)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0" y="1207008"/>
            <a:ext cx="31089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97880" y="12435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 (Technical Account)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Password renewed before expiry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1481328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100% — zero breach tolerance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1481328"/>
            <a:ext cx="31089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≥ 95%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810512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1837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Reminder response 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1810512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54680" y="1837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&lt; 24 hrs after reminder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52160" y="1810512"/>
            <a:ext cx="3108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97880" y="1837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&lt; 48 hrs after reminder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139696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Expiry breach rate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08960" y="2139696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5468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0% — auto-escalation immediately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52160" y="2139696"/>
            <a:ext cx="31089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9788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&lt; 5%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468880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Breach consequence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08960" y="2468880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54680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Service outage / system failure risk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2468880"/>
            <a:ext cx="3108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2496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Access disruption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798064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Escalation path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08960" y="2798064"/>
            <a:ext cx="27432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54680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Application owner + IT ops immediately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2798064"/>
            <a:ext cx="31089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97880" y="2825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Owner reminder, disable after grace period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920" y="334670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000"/>
                </a:solidFill>
              </a:rPr>
              <a:t>SA breach = zero tolerance. These accounts run automated processes and integrations. A missed SA password expiry can cause production outage. Monitor daily, escalate immediately.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10 of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Measurement Cadence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2801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9052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Frequency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45920" y="868680"/>
            <a:ext cx="38404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905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to 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0" y="868680"/>
            <a:ext cx="34747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9052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12801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170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Daily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0" y="1143000"/>
            <a:ext cx="3840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91640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SA password expiry breaches, automated job success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0" y="1143000"/>
            <a:ext cx="3474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32120" y="1170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Zero tolerance — escalate immediately if any breach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472184"/>
            <a:ext cx="1280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14996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Weekly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0" y="1472184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North Star %, self-service completion rate, incident volume, reminder delivery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1472184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32120" y="1499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Flag anomalies; identify which action type or account type is failing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1801368"/>
            <a:ext cx="128016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Monthly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0" y="1801368"/>
            <a:ext cx="3840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164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Orphan rate, recertification pass rate, approval turnaround, user metrics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1801368"/>
            <a:ext cx="3474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One-page update to IT management and application managers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130552"/>
            <a:ext cx="1280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157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Quarterly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45920" y="2130552"/>
            <a:ext cx="3840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91640" y="2157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Full metric review, business impact, AD quality, account sprawl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2130552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32120" y="2157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Present to CIO / IT Leadership; reassess targets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035808"/>
            <a:ext cx="841248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30906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Daily SA check is non-negotiable. Everything else can flex — SA breach monitoring cannot.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3611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IMMEDIATE NEXT STEPS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913632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5760" y="39136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3918204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Baseline orphan account rate by account type from MyAccount logs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073652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40736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4078224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Pull current SA and TA password expiry breach rate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233672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5760" y="423367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4238244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Confirm automated job success rate with IT ops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393692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" y="439369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" y="4398264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Pull incident and request volume tagged MyAccount from ServiceNow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553712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5760" y="45537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594360" y="4558284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Validate notification/reminder delivery success rate with IT ops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713732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65760" y="47137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4718304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Document current lead time SLA — agreed target vs. actual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11 of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MyAccount — Business Value Summary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CIO / Programme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41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The problem: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Non-human accounts had no consistent lifecycle. Orphaned accounts accumulated, SA passwords expired causing outages, recertifications were missed, and leavers' accounts stayed active — creating security and compliance risk.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65176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700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</a:rPr>
              <a:t>💰  Cost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4825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request volume for account management ↓ X%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€X saved in IT support hours annually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65176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700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</a:rPr>
              <a:t>🔒  Risk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04825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SA breach rate: 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Orphan accounts: X% → Y%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Leaver accounts disabled same day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27632"/>
            <a:ext cx="265176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700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</a:rPr>
              <a:t>⚡  Efficiency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04825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Account creation within SLA: X%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Recertification pass rate: X%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AD sync quality: 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8412480" cy="4572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5661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Status: On track for Oct 1 launch · All 5 account types in scope · Governance jobs validated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4041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Fill baseline numbers (X%) once pulled from MyAccount logs and ServiceNow before launch.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12 of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2026-09-01T18:44:47Z</dcterms:created>
  <dcterms:modified xsi:type="dcterms:W3CDTF">2026-09-01T18:44:47Z</dcterms:modified>
</cp:coreProperties>
</file>