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MyIAM Programme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MyPassword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FF"/>
                </a:solidFill>
              </a:rPr>
              <a:t>Product Success &amp; Measurement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CC"/>
                </a:solidFill>
              </a:rPr>
              <a:t>Version 1.0  |  Airbus India  |  FY26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MyPassword enables Airbus employees to resolve password and account lock issues independently — without contacting the IT helpdesk — across three identity types.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82880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627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Identity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600200"/>
            <a:ext cx="155448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IIVR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600200"/>
            <a:ext cx="164592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1627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Buddy Reset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1737360" cy="384048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27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29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Prod Identity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028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1984248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2029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984248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924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Windows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984248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2468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VALN Identity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9456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4028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42316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9476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4231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2468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42316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95160" y="2468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862072"/>
            <a:ext cx="1828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SAP (Prod only)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9456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4028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28620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94760" y="29077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2862072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49240" y="2907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0000"/>
                </a:solidFill>
              </a:rPr>
              <a:t>✗  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49440" y="2862072"/>
            <a:ext cx="1737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29077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✓ Reset + Unlock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2 of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Success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463040"/>
          </a:xfrm>
          <a:prstGeom prst="rect">
            <a:avLst/>
          </a:prstGeom>
          <a:solidFill>
            <a:srgbClr val="EEF4F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896112"/>
            <a:ext cx="81381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205B"/>
                </a:solidFill>
              </a:rPr>
              <a:t>"MyPassword is successful when an Airbus employee can reset their Prod or VALN password and unlock their SAP account themselves, at any time, without contacting IT — and that self-service channel is secure, auditable, and trusted enough that helpdesk involvement becomes the exception, not the norm."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STAKEHOLDER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Employee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79806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Reset password or unlock SAP immediately — no ticket, no wait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4553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/ Helpdesk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200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Password and SAP unlock tickets disappear from the 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IT Leadership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6027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Support cost down; team redeployed to higher-value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0050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All resets through verified, auditable channels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52544"/>
            <a:ext cx="84124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407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Business / Manager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4074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Team not blocked due to locked SAP accounts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3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Hierarchy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Success means events flowing toward the top of this hierarchy. IT Admin must become the exception, not the default.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37160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✓  Best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Self-Service / IIVR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68880"/>
            <a:ext cx="13716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</a:rPr>
              <a:t>~  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Buddy Reset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Prod identity, Windows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137160" cy="91440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0000"/>
                </a:solidFill>
              </a:rPr>
              <a:t>✗  Last Resort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IT Admin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All identity types (fallback only)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4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North Star Metric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9611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% of reset and unlock events resolved without IT Admin involvement — across all identity types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65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When this number goes up: IT cost drops, employee wait time falls, and the platform is working.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Current Baseline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B"/>
                </a:solidFill>
              </a:rPr>
              <a:t>X%  (TBC from logs)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Target (Oct 1 Launch)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5E20"/>
                </a:solidFill>
              </a:rPr>
              <a:t>≥ 80%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Every feature decision should be assessed against whether it moves this metric.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Channel Distribution Targets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Track the split of events by channel and identity type. IT Admin % should shrink over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46304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Identity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07008"/>
            <a:ext cx="15544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109728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207008"/>
            <a:ext cx="118872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207008"/>
            <a:ext cx="1371600" cy="347472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54480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" y="159105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1554480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159105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9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15910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554480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1591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554480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4576" y="159105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188366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2336" y="192024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1883664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865376" y="192024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19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88366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08576" y="192024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188366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05856" y="1920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1883664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94576" y="19202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2212848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" y="22494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0" y="2212848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65376" y="2249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Buddy (Win)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19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212848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08576" y="22494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2212848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05856" y="22494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2212848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94576" y="22494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542032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02336" y="257860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0" y="2542032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865376" y="257860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83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19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254203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08576" y="257860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669280" y="2542032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05856" y="25786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2542032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94576" y="257860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2871216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02336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0" y="2871216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865376" y="29077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83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419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2871216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608576" y="29077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669280" y="2871216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705856" y="29077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2871216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94576" y="29077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65760" y="3200400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02336" y="32369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0" y="3200400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865376" y="3236976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383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419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320040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608576" y="32369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20%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669280" y="32004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705856" y="323697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58000" y="3200400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94576" y="32369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65760" y="3529584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2336" y="35661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VALN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828800" y="3529584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865376" y="35661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383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419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3529584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608576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669280" y="3529584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705856" y="35661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858000" y="3529584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894576" y="356616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3858768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2336" y="38953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828800" y="3858768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865376" y="38953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383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419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572000" y="385876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08576" y="389534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70%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669280" y="38587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705856" y="38953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858000" y="3858768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894576" y="3895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MyPassword logs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65760" y="4187952"/>
            <a:ext cx="146304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402336" y="422452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828800" y="4187952"/>
            <a:ext cx="15544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865376" y="422452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3383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419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4572000" y="4187952"/>
            <a:ext cx="109728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4608576" y="4224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669280" y="4187952"/>
            <a:ext cx="118872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705856" y="4224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↑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858000" y="4187952"/>
            <a:ext cx="1371600" cy="31089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894576" y="42245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system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65760" y="4517136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02336" y="45537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SAP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1828800" y="4517136"/>
            <a:ext cx="1554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865376" y="4553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 Admin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383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419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X%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572000" y="451713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608576" y="45537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15%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669280" y="45171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705856" y="455371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0000"/>
                </a:solidFill>
              </a:rPr>
              <a:t>↓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858000" y="4517136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894576" y="455371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6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Business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IT Leadership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save money and reduce risk? Review quarterly.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81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support cost saved / year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17904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6704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Financial return on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81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€ TBC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65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 volume trend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90195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Direct measure of cost reduction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90195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65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−50% vs baseline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350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Incident volume trend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6704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Risk and compliance exposure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286000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350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↓ trend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67004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734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Audit trail completeness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46704" y="2734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All resets through verified channels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267004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734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100%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04672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3-Minute CIO Story: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538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"Employees waited hours for access. We fixed it. IT tickets down 50%, €X saved annually, zero audit findings."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7 of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User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IT Management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Did it make life easier for employees? Review monthly.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46704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shows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819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success rate by identity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517904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46704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Can users actually do it themselves?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819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≥ 80%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65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Mean time to resolve — self-service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901952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1965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How fast is the experience?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90195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65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5 mins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926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350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Abandonment rate mid-flow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34747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46704" y="23500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Where is the friction?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286000"/>
            <a:ext cx="164592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350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&lt; 8%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67004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734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Channel adoption — self-service vs IT Admin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46704" y="27340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Are users choosing self-service willingly?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267004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7340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</a:rPr>
              <a:t>IT Admin ↓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80467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310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Silent failure warning: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538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If self-service rate ↑ but abandonment stays high — users are starting but failing. UX investigation needed.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8 of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Is the product behaving as designed? Review weekly. These drive your next product decision.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046720" cy="329184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980944" y="1225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 if it goes wrong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21424" y="1225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Self-service failure rate by identity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517904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80944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UX or technical issue for that identity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517904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21424" y="15727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&lt; 10%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865376"/>
            <a:ext cx="2560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" y="1920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Abandonment rate mid-flow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865376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80944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Identify drop-off step → redesign that step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865376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202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&lt; 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" y="2267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Channel shift trend over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212848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80944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why users still call IT → remove friction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212848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21424" y="2267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IT Admin ↓ monthly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560320"/>
            <a:ext cx="2560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0624" y="2615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IIVR completion 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560320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26151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Escalate to IT ops (system) or review IVR flow (UX)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645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615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&gt; 85%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907792"/>
            <a:ext cx="25603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0624" y="2962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Buddy reset success rate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907792"/>
            <a:ext cx="384048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80944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Investigate buddy flow reliability → UX fix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2907792"/>
            <a:ext cx="1645920" cy="32004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21424" y="29626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&gt; 90%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291840"/>
            <a:ext cx="804672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205B"/>
                </a:solidFill>
              </a:rPr>
              <a:t>Key distinction: if a metric goes wrong and IT ops fixes it → operational. If you fix it in the product → yours.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9 of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Impact &amp; Next Steps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77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BUSINESS IMPACT CALCULATION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" y="115214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Admin resets / month (baseline)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09728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15214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TBC from ServiceNow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21424" y="115214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" y="151790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Resets deflected after launch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151790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Target: −50% of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21424" y="15179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tickets/month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" y="188366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Avg IT handle time per reset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188366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15 mins (validate with helpdesk)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21424" y="188366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0.25 hrs/ticket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34747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" y="224942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hours saved / month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0" y="219456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95344" y="224942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Deflected × 0.25 hrs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194560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21424" y="224942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X hrs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560320"/>
            <a:ext cx="34747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" y="2615184"/>
            <a:ext cx="336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Annual cost saving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0" y="2560320"/>
            <a:ext cx="292608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95344" y="2615184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Hours saved × IT cost rate (€/hr)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2560320"/>
            <a:ext cx="1645920" cy="33832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21424" y="261518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€ TBC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Reference: MyIAM programme ROI baseline — €360K/year projected savings across the full platform.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310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630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current IT Admin reset volume from ServiceNow — establish baseline by identity type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38496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Pull self-service success/failure rates from MyPassword platform logs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069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Validate avg IT handle time per reset with helpdesk team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2885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Agree targets with IT leadership before Oct 1 React platform launch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507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Capture all baselines by Sprint 8 (beta gate) for before/after story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10 of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2026-09-01T13:38:10Z</dcterms:created>
  <dcterms:modified xsi:type="dcterms:W3CDTF">2026-09-01T13:38:10Z</dcterms:modified>
</cp:coreProperties>
</file>