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Consolidation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Sprint-Based Roadmap | June 1 - October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Applications → Single React Platform | 9 Sprints (2-week cycles)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Manager: Shk | Team: 6 Members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Roadmap: June 1 - October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solidFill>
            <a:srgbClr val="00A651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789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1-14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0789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Foundation Setup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10789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841248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36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1536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15-28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5361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Module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80960" y="1536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841248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933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1993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29-Jul 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19933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 Core Workflows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0" y="1993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450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2450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13-26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4505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 Core Workflows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0" y="2450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9077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29077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27-Aug 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29077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 Core Workflows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80960" y="29077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3649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33649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10-23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0" y="33649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 Core Workflows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33649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822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371600" y="3822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24-Sep 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0" y="38221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Integration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80960" y="3822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2793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371600" y="4279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7-20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0" y="42793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Testing &amp; Fixes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80960" y="4279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736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9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371600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21-Oct 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0" y="47365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 &amp; Go Live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80960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React Foundation Setup (June 1-14)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Sprint | Delivery: Production-Ready React Shell with Auth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React + Redux architecture setup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CI/CD pipeline configured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 service layer (handles all 4 backends)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Shared UI component library (Tailwind + Storybook)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Unified navigation shell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Blockers: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DevOps CI/CD approval (Medium) → Using local setup, sync Wed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API contracts unclear (Low) → Direct eng access to backend teams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4114800" cy="59436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251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ON TRACK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44988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90% | Gate 1: June 21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Password Reset Module (June 15-28)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 | Delivery: Unified Password Reset Flow for All 4 Backends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Password reset form (unified UI)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Backend adapter for all 4 auth systems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Email notification service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Error handling &amp; validation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QA testing (all 4 backends)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Blockers: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App B email service format (Medium) → Adapter workaround ready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App D auth token lifespan (Medium) → Need backend clarification by Mon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 Sprint 1 complete, backend API clarity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3-6: Core Workflows by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| App A | Jun 29-Jul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Create, View, Edit, Delete, 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High complexity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| App B | Jul 13-26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Search, Filter, Export, Dashboard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API rate limiting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84124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077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| App C | Jul 27-Aug 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1546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Approve, Reject, Reports, Dashboard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36499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Report formatting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221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| App D | Aug 10-23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0690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Monitor, Config, Alerts, Dashboard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27939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Real-time sync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7-9: Integration, Testing, Launch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 | Cross-App Integration (Aug 24-Sep 6)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between apps, performance opt.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841248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488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8 | Alpha Testing &amp; QA (Sep 7-20)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4144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fixing, load testing, security 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841248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004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9 | Beta &amp; Production Launch (Sep 21-Oct 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user feedback, final fixes, go live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Architect (Pre-Sprint 1)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API Versioning: How do we handle breaking changes if backends update during sprints?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3441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Auth Token Management: Refresh token lifecycle? Same token for all 4 backends or separate?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636776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Sync: Which app is source-of-truth if user data conflicts across backends?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929384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Performance: Caching strategy? Should we batch API calls or call per-action?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2219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Error Handling: How granular? Same error message for all 4 apps or backend-specific?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Testing: Mock backends or real? How do we isolate 4 APIs during QA?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80720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Logging: Centralized logging across 4 backends? How to trace issues?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099816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Rollback: If App D deploy fails, can we deploy other 3 apps independently?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Success Criteria (All Sprints)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(Every Sprint):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Code reviewed + merged to main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Unit tests + integration tests pass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QA sign-off (no critical defects)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Performance acceptable (&lt;2s load time)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Security review passed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Documentation updated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Register: Critical Risks Across Sprints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instability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0" y="1051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0" y="1051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APIs in staging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183880" y="10515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issues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0" y="1417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data audit (Sprint 1)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183880" y="1417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783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with 4 APIs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1783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0" y="1783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in Sprint 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83880" y="1783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from stakeholders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scope by Sprint 1 gate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83880" y="2148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leaves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2514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20640" y="2514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sharing, pair programming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83880" y="2514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Dependencies &amp; Blockers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064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Teams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11064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66160" y="11064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contracts, stability, docs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11064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manager to escalate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841248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636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5636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15636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approval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0" y="15636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sync (Weekly)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841248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208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Users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0208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20208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power users for testing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0" y="20208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HR/Management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423160"/>
            <a:ext cx="841248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4780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24780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24780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+ compliance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2478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manager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2026-07-22T13:02:36Z</dcterms:created>
  <dcterms:modified xsi:type="dcterms:W3CDTF">2026-07-22T13:02:36Z</dcterms:modified>
</cp:coreProperties>
</file>