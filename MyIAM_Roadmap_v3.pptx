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01168" y="914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201168" y="23774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MyIAM · Micro-Plan – Module Build Roadmap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201168" y="64008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2026 – Mar 2027  ·  6 modules  ·  6 sprints  ·  Core API = shared write layer gating all modules  ·  ◆ = module complete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0" y="914400"/>
            <a:ext cx="9500616" cy="4754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Shape 5"/>
          <p:cNvSpPr/>
          <p:nvPr/>
        </p:nvSpPr>
        <p:spPr>
          <a:xfrm>
            <a:off x="4214922" y="914400"/>
            <a:ext cx="0" cy="5504688"/>
          </a:xfrm>
          <a:prstGeom prst="line">
            <a:avLst/>
          </a:prstGeom>
          <a:noFill/>
          <a:ln w="9525">
            <a:solidFill>
              <a:srgbClr val="C8D4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96896" y="950976"/>
            <a:ext cx="15814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'26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16149" y="914400"/>
            <a:ext cx="0" cy="5504688"/>
          </a:xfrm>
          <a:prstGeom prst="line">
            <a:avLst/>
          </a:prstGeom>
          <a:noFill/>
          <a:ln w="9525">
            <a:solidFill>
              <a:srgbClr val="C8D4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51498" y="950976"/>
            <a:ext cx="15280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'26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Gates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70751" y="914400"/>
            <a:ext cx="0" cy="5504688"/>
          </a:xfrm>
          <a:prstGeom prst="line">
            <a:avLst/>
          </a:prstGeom>
          <a:noFill/>
          <a:ln w="9525">
            <a:solidFill>
              <a:srgbClr val="C8D4E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52725" y="950976"/>
            <a:ext cx="15814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Dec'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25352" y="914400"/>
            <a:ext cx="0" cy="5504688"/>
          </a:xfrm>
          <a:prstGeom prst="line">
            <a:avLst/>
          </a:prstGeom>
          <a:noFill/>
          <a:ln w="9525">
            <a:solidFill>
              <a:srgbClr val="C8D4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07327" y="950976"/>
            <a:ext cx="15814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'27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619831" y="914400"/>
            <a:ext cx="0" cy="5504688"/>
          </a:xfrm>
          <a:prstGeom prst="line">
            <a:avLst/>
          </a:prstGeom>
          <a:noFill/>
          <a:ln w="9525">
            <a:solidFill>
              <a:srgbClr val="C8D4E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61928" y="950976"/>
            <a:ext cx="142132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'27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2060936" y="914400"/>
            <a:ext cx="0" cy="5504688"/>
          </a:xfrm>
          <a:prstGeom prst="line">
            <a:avLst/>
          </a:prstGeom>
          <a:noFill/>
          <a:ln w="9525">
            <a:solidFill>
              <a:srgbClr val="C8D4E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656407" y="950976"/>
            <a:ext cx="136795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'27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0" y="1389888"/>
            <a:ext cx="9500616" cy="201168"/>
          </a:xfrm>
          <a:prstGeom prst="rect">
            <a:avLst/>
          </a:prstGeom>
          <a:solidFill>
            <a:srgbClr val="EDF2F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933940" y="1389888"/>
            <a:ext cx="6938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27805" y="1389888"/>
            <a:ext cx="0" cy="201168"/>
          </a:xfrm>
          <a:prstGeom prst="line">
            <a:avLst/>
          </a:prstGeom>
          <a:noFill/>
          <a:ln w="6350">
            <a:solidFill>
              <a:srgbClr val="C8D4E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81179" y="1389888"/>
            <a:ext cx="6938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375044" y="1389888"/>
            <a:ext cx="0" cy="201168"/>
          </a:xfrm>
          <a:prstGeom prst="line">
            <a:avLst/>
          </a:prstGeom>
          <a:noFill/>
          <a:ln w="6350">
            <a:solidFill>
              <a:srgbClr val="C8D4E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28419" y="1389888"/>
            <a:ext cx="6938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122284" y="1389888"/>
            <a:ext cx="0" cy="201168"/>
          </a:xfrm>
          <a:prstGeom prst="line">
            <a:avLst/>
          </a:prstGeom>
          <a:noFill/>
          <a:ln w="6350">
            <a:solidFill>
              <a:srgbClr val="C8D4E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75658" y="1389888"/>
            <a:ext cx="6938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869523" y="1389888"/>
            <a:ext cx="0" cy="201168"/>
          </a:xfrm>
          <a:prstGeom prst="line">
            <a:avLst/>
          </a:prstGeom>
          <a:noFill/>
          <a:ln w="6350">
            <a:solidFill>
              <a:srgbClr val="C8D4E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22898" y="1389888"/>
            <a:ext cx="7472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670137" y="1389888"/>
            <a:ext cx="0" cy="201168"/>
          </a:xfrm>
          <a:prstGeom prst="line">
            <a:avLst/>
          </a:prstGeom>
          <a:noFill/>
          <a:ln w="6350">
            <a:solidFill>
              <a:srgbClr val="C8D4E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23511" y="1389888"/>
            <a:ext cx="23484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071978" y="1389888"/>
            <a:ext cx="0" cy="201168"/>
          </a:xfrm>
          <a:prstGeom prst="line">
            <a:avLst/>
          </a:prstGeom>
          <a:noFill/>
          <a:ln w="6350">
            <a:solidFill>
              <a:srgbClr val="C8D4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" y="1645920"/>
            <a:ext cx="64008" cy="649224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3" name="Shape 31"/>
          <p:cNvSpPr/>
          <p:nvPr/>
        </p:nvSpPr>
        <p:spPr>
          <a:xfrm>
            <a:off x="155448" y="1645920"/>
            <a:ext cx="2295144" cy="649224"/>
          </a:xfrm>
          <a:prstGeom prst="roundRect">
            <a:avLst>
              <a:gd name="adj" fmla="val 5634"/>
            </a:avLst>
          </a:prstGeom>
          <a:solidFill>
            <a:srgbClr val="1B3A5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37744" y="1700784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Collect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237744" y="1920240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Prefect pipeline · AD → MyIAM DB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running → completes end Oct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 rot="2700000">
            <a:off x="4042675" y="1851660"/>
            <a:ext cx="237744" cy="237744"/>
          </a:xfrm>
          <a:prstGeom prst="rect">
            <a:avLst/>
          </a:prstGeom>
          <a:solidFill>
            <a:srgbClr val="2C3E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40339" y="2153412"/>
            <a:ext cx="104241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8A9AC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676915" y="2171700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Pipeline Complete</a:t>
            </a:r>
            <a:endParaRPr lang="en-US" sz="700" dirty="0"/>
          </a:p>
        </p:txBody>
      </p:sp>
      <p:sp>
        <p:nvSpPr>
          <p:cNvPr id="39" name="Text 37"/>
          <p:cNvSpPr txBox="1"/>
          <p:nvPr/>
        </p:nvSpPr>
        <p:spPr>
          <a:xfrm>
            <a:off x="4326139" y="206160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1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Module dev complete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560320" y="2350008"/>
            <a:ext cx="9500616" cy="0"/>
          </a:xfrm>
          <a:prstGeom prst="line">
            <a:avLst/>
          </a:prstGeom>
          <a:noFill/>
          <a:ln w="7620">
            <a:solidFill>
              <a:srgbClr val="C8D4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440" y="2404872"/>
            <a:ext cx="64008" cy="649224"/>
          </a:xfrm>
          <a:prstGeom prst="rect">
            <a:avLst/>
          </a:prstGeom>
          <a:solidFill>
            <a:srgbClr val="7030A0"/>
          </a:solidFill>
          <a:ln/>
        </p:spPr>
      </p:sp>
      <p:sp>
        <p:nvSpPr>
          <p:cNvPr id="42" name="Shape 40"/>
          <p:cNvSpPr/>
          <p:nvPr/>
        </p:nvSpPr>
        <p:spPr>
          <a:xfrm>
            <a:off x="155448" y="2404872"/>
            <a:ext cx="2295144" cy="649224"/>
          </a:xfrm>
          <a:prstGeom prst="roundRect">
            <a:avLst>
              <a:gd name="adj" fmla="val 5634"/>
            </a:avLst>
          </a:prstGeom>
          <a:solidFill>
            <a:srgbClr val="1B3A5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237744" y="245973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Password Reset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237744" y="2679192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biz logic incl. notifs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parallel → replaces MyPassword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 rot="2700000">
            <a:off x="3508933" y="2610612"/>
            <a:ext cx="237744" cy="237744"/>
          </a:xfrm>
          <a:prstGeom prst="rect">
            <a:avLst/>
          </a:prstGeom>
          <a:solidFill>
            <a:srgbClr val="2C3E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06597" y="2912364"/>
            <a:ext cx="104241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8A9AC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143173" y="2930652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DST Gate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 rot="2700000">
            <a:off x="4416295" y="2610612"/>
            <a:ext cx="237744" cy="237744"/>
          </a:xfrm>
          <a:prstGeom prst="rect">
            <a:avLst/>
          </a:prstGeom>
          <a:solidFill>
            <a:srgbClr val="2C3E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013959" y="2912364"/>
            <a:ext cx="104241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8A9AC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050535" y="2930652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Module: Password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Delivery</a:t>
            </a:r>
            <a:endParaRPr lang="en-US" sz="700" dirty="0"/>
          </a:p>
        </p:txBody>
      </p:sp>
      <p:sp>
        <p:nvSpPr>
          <p:cNvPr id="51" name="Text 49"/>
          <p:cNvSpPr txBox="1"/>
          <p:nvPr/>
        </p:nvSpPr>
        <p:spPr>
          <a:xfrm>
            <a:off x="4699759" y="282055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1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Module dev complete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2560320" y="3108960"/>
            <a:ext cx="9500616" cy="0"/>
          </a:xfrm>
          <a:prstGeom prst="line">
            <a:avLst/>
          </a:prstGeom>
          <a:noFill/>
          <a:ln w="7620">
            <a:solidFill>
              <a:srgbClr val="C8D4E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1440" y="3163824"/>
            <a:ext cx="64008" cy="649224"/>
          </a:xfrm>
          <a:prstGeom prst="rect">
            <a:avLst/>
          </a:prstGeom>
          <a:solidFill>
            <a:srgbClr val="E45011"/>
          </a:solidFill>
          <a:ln/>
        </p:spPr>
      </p:sp>
      <p:sp>
        <p:nvSpPr>
          <p:cNvPr id="54" name="Shape 52"/>
          <p:cNvSpPr/>
          <p:nvPr/>
        </p:nvSpPr>
        <p:spPr>
          <a:xfrm>
            <a:off x="155448" y="3163824"/>
            <a:ext cx="2295144" cy="649224"/>
          </a:xfrm>
          <a:prstGeom prst="roundRect">
            <a:avLst>
              <a:gd name="adj" fmla="val 5634"/>
            </a:avLst>
          </a:prstGeom>
          <a:solidFill>
            <a:srgbClr val="1B3A5C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237744" y="3218688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Core API / AD Write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237744" y="3438144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Module-independent write layer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all module canaries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 rot="2700000">
            <a:off x="6017523" y="3369564"/>
            <a:ext cx="237744" cy="237744"/>
          </a:xfrm>
          <a:prstGeom prst="rect">
            <a:avLst/>
          </a:prstGeom>
          <a:solidFill>
            <a:srgbClr val="2C3E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615187" y="3671316"/>
            <a:ext cx="104241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8A9AC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651763" y="3689604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Core API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00" dirty="0"/>
          </a:p>
        </p:txBody>
      </p:sp>
      <p:sp>
        <p:nvSpPr>
          <p:cNvPr id="60" name="Text 58"/>
          <p:cNvSpPr txBox="1"/>
          <p:nvPr/>
        </p:nvSpPr>
        <p:spPr>
          <a:xfrm>
            <a:off x="6300987" y="357951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1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Module dev complete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2560320" y="3867912"/>
            <a:ext cx="9500616" cy="0"/>
          </a:xfrm>
          <a:prstGeom prst="line">
            <a:avLst/>
          </a:prstGeom>
          <a:noFill/>
          <a:ln w="7620">
            <a:solidFill>
              <a:srgbClr val="C8D4E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1440" y="3922776"/>
            <a:ext cx="64008" cy="649224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63" name="Shape 61"/>
          <p:cNvSpPr/>
          <p:nvPr/>
        </p:nvSpPr>
        <p:spPr>
          <a:xfrm>
            <a:off x="155448" y="3922776"/>
            <a:ext cx="2295144" cy="649224"/>
          </a:xfrm>
          <a:prstGeom prst="roundRect">
            <a:avLst>
              <a:gd name="adj" fmla="val 5634"/>
            </a:avLst>
          </a:prstGeom>
          <a:solidFill>
            <a:srgbClr val="1B3A5C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237744" y="397764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Solution &amp; Context</a:t>
            </a:r>
            <a:endParaRPr lang="en-US" sz="1050" dirty="0"/>
          </a:p>
        </p:txBody>
      </p:sp>
      <p:sp>
        <p:nvSpPr>
          <p:cNvPr id="65" name="Text 63"/>
          <p:cNvSpPr txBox="1"/>
          <p:nvPr/>
        </p:nvSpPr>
        <p:spPr>
          <a:xfrm>
            <a:off x="237744" y="4197096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entitlements + context data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parallel with Password Reset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 rot="2700000">
            <a:off x="4843289" y="4128516"/>
            <a:ext cx="237744" cy="237744"/>
          </a:xfrm>
          <a:prstGeom prst="rect">
            <a:avLst/>
          </a:prstGeom>
          <a:solidFill>
            <a:srgbClr val="2C3E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40953" y="4430268"/>
            <a:ext cx="104241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8A9AC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477529" y="444855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Component: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Sync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 rot="2700000">
            <a:off x="6444517" y="4128516"/>
            <a:ext cx="237744" cy="237744"/>
          </a:xfrm>
          <a:prstGeom prst="rect">
            <a:avLst/>
          </a:prstGeom>
          <a:solidFill>
            <a:srgbClr val="2C3E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42181" y="4430268"/>
            <a:ext cx="104241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8A9AC0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078757" y="444855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Module: Solution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Context</a:t>
            </a:r>
            <a:endParaRPr lang="en-US" sz="700" dirty="0"/>
          </a:p>
        </p:txBody>
      </p:sp>
      <p:sp>
        <p:nvSpPr>
          <p:cNvPr id="72" name="Text 70"/>
          <p:cNvSpPr txBox="1"/>
          <p:nvPr/>
        </p:nvSpPr>
        <p:spPr>
          <a:xfrm>
            <a:off x="6727981" y="433846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1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Module dev complete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2560320" y="4626864"/>
            <a:ext cx="9500616" cy="0"/>
          </a:xfrm>
          <a:prstGeom prst="line">
            <a:avLst/>
          </a:prstGeom>
          <a:noFill/>
          <a:ln w="7620">
            <a:solidFill>
              <a:srgbClr val="C8D4E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1440" y="4681728"/>
            <a:ext cx="64008" cy="64922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5" name="Shape 73"/>
          <p:cNvSpPr/>
          <p:nvPr/>
        </p:nvSpPr>
        <p:spPr>
          <a:xfrm>
            <a:off x="155448" y="4681728"/>
            <a:ext cx="2295144" cy="649224"/>
          </a:xfrm>
          <a:prstGeom prst="roundRect">
            <a:avLst>
              <a:gd name="adj" fmla="val 5634"/>
            </a:avLst>
          </a:prstGeom>
          <a:solidFill>
            <a:srgbClr val="1B3A5C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237744" y="4736592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Groups</a:t>
            </a:r>
            <a:endParaRPr lang="en-US" sz="1050" dirty="0"/>
          </a:p>
        </p:txBody>
      </p:sp>
      <p:sp>
        <p:nvSpPr>
          <p:cNvPr id="77" name="Text 75"/>
          <p:cNvSpPr txBox="1"/>
          <p:nvPr/>
        </p:nvSpPr>
        <p:spPr>
          <a:xfrm>
            <a:off x="237744" y="4956048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management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1 group → scale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 rot="2700000">
            <a:off x="8099118" y="4887468"/>
            <a:ext cx="237744" cy="237744"/>
          </a:xfrm>
          <a:prstGeom prst="rect">
            <a:avLst/>
          </a:prstGeom>
          <a:solidFill>
            <a:srgbClr val="2C3E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696782" y="5189220"/>
            <a:ext cx="104241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8A9AC0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7733358" y="5207508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Module: Groups</a:t>
            </a:r>
            <a:endParaRPr lang="en-US" sz="700" dirty="0"/>
          </a:p>
        </p:txBody>
      </p:sp>
      <p:sp>
        <p:nvSpPr>
          <p:cNvPr id="81" name="Text 79"/>
          <p:cNvSpPr txBox="1"/>
          <p:nvPr/>
        </p:nvSpPr>
        <p:spPr>
          <a:xfrm>
            <a:off x="8382582" y="509741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1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Module dev complete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2560320" y="5385816"/>
            <a:ext cx="9500616" cy="0"/>
          </a:xfrm>
          <a:prstGeom prst="line">
            <a:avLst/>
          </a:prstGeom>
          <a:noFill/>
          <a:ln w="7620">
            <a:solidFill>
              <a:srgbClr val="C8D4E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1440" y="5440680"/>
            <a:ext cx="64008" cy="649224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84" name="Shape 82"/>
          <p:cNvSpPr/>
          <p:nvPr/>
        </p:nvSpPr>
        <p:spPr>
          <a:xfrm>
            <a:off x="155448" y="5440680"/>
            <a:ext cx="2295144" cy="649224"/>
          </a:xfrm>
          <a:prstGeom prst="roundRect">
            <a:avLst>
              <a:gd name="adj" fmla="val 5634"/>
            </a:avLst>
          </a:prstGeom>
          <a:solidFill>
            <a:srgbClr val="1B3A5C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237744" y="5495544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Accounts</a:t>
            </a:r>
            <a:endParaRPr lang="en-US" sz="1050" dirty="0"/>
          </a:p>
        </p:txBody>
      </p:sp>
      <p:sp>
        <p:nvSpPr>
          <p:cNvPr id="86" name="Text 84"/>
          <p:cNvSpPr txBox="1"/>
          <p:nvPr/>
        </p:nvSpPr>
        <p:spPr>
          <a:xfrm>
            <a:off x="237744" y="5715000"/>
            <a:ext cx="2157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lifecycle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8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once Core API complete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 rot="2700000">
            <a:off x="10447585" y="5646420"/>
            <a:ext cx="237744" cy="237744"/>
          </a:xfrm>
          <a:prstGeom prst="rect">
            <a:avLst/>
          </a:prstGeom>
          <a:solidFill>
            <a:srgbClr val="2C3E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045249" y="5948172"/>
            <a:ext cx="1042416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8A9AC0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10081825" y="5966460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Module: Accounts</a:t>
            </a:r>
            <a:endParaRPr lang="en-US" sz="700" dirty="0"/>
          </a:p>
        </p:txBody>
      </p:sp>
      <p:sp>
        <p:nvSpPr>
          <p:cNvPr id="90" name="Text 88"/>
          <p:cNvSpPr txBox="1"/>
          <p:nvPr/>
        </p:nvSpPr>
        <p:spPr>
          <a:xfrm>
            <a:off x="10731049" y="585636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1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Module dev complete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6136395" y="1591056"/>
            <a:ext cx="0" cy="4553712"/>
          </a:xfrm>
          <a:prstGeom prst="line">
            <a:avLst/>
          </a:prstGeom>
          <a:noFill/>
          <a:ln w="15240">
            <a:solidFill>
              <a:srgbClr val="1B3A5C"/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>
            <a:off x="5450595" y="1572768"/>
            <a:ext cx="137160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1B3A5C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5487171" y="158191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▐ Core API Gate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2933940" y="6071616"/>
            <a:ext cx="7632517" cy="164592"/>
          </a:xfrm>
          <a:prstGeom prst="roundRect">
            <a:avLst>
              <a:gd name="adj" fmla="val 16667"/>
            </a:avLst>
          </a:prstGeom>
          <a:solidFill>
            <a:srgbClr val="00703C">
              <a:alpha val="30000"/>
            </a:srgbClr>
          </a:solidFill>
          <a:ln w="9525">
            <a:solidFill>
              <a:srgbClr val="00703C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2988804" y="6071616"/>
            <a:ext cx="754107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Refinement — parallel across all sprints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201168" y="6227064"/>
            <a:ext cx="234086" cy="146304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7" name="Text 95"/>
          <p:cNvSpPr txBox="1"/>
          <p:nvPr/>
        </p:nvSpPr>
        <p:spPr>
          <a:xfrm>
            <a:off x="508406" y="619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1% (dark)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1971446" y="6227064"/>
            <a:ext cx="234086" cy="146304"/>
          </a:xfrm>
          <a:prstGeom prst="rect">
            <a:avLst/>
          </a:prstGeom>
          <a:solidFill>
            <a:srgbClr val="B8D4E8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2278685" y="619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10% → Ramp (light)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 rot="2700000">
            <a:off x="3741725" y="6227064"/>
            <a:ext cx="146304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3961181" y="619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gate clear (triggers next module)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5424221" y="6227064"/>
            <a:ext cx="146304" cy="146304"/>
          </a:xfrm>
          <a:prstGeom prst="ellipse">
            <a:avLst/>
          </a:prstGeom>
          <a:solidFill>
            <a:srgbClr val="217A3C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5643677" y="619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– module live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128016" y="6492240"/>
            <a:ext cx="11932920" cy="292608"/>
          </a:xfrm>
          <a:prstGeom prst="roundRect">
            <a:avLst>
              <a:gd name="adj" fmla="val 12500"/>
            </a:avLst>
          </a:prstGeom>
          <a:solidFill>
            <a:srgbClr val="FFF3CD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274320" y="6510528"/>
            <a:ext cx="11786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DST gates are a dependency  ·  MyAppConnect is out of scope  ·  If Canary doesn't succeed, we will fall back, replan and deliver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2026-10-08T04:58:51Z</dcterms:created>
  <dcterms:modified xsi:type="dcterms:W3CDTF">2026-10-08T04:58:51Z</dcterms:modified>
</cp:coreProperties>
</file>