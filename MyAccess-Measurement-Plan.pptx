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47"/>
                </a:solidFill>
              </a:rPr>
              <a:t>MyIAM Programme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MyAccess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ACCFF"/>
                </a:solidFill>
              </a:rPr>
              <a:t>Product Success &amp; Measurement Plan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799CC"/>
                </a:solidFill>
              </a:rPr>
              <a:t>Version 1.0  |  Airbus India  |  FY26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097280" cy="5486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Application Overview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0467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MyAccess manages end-to-end group and context management in AD. It operates in two modes: human self-service with approvals, and high-frequency automated API calls (every minute, all day).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2984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5011"/>
                </a:solidFill>
              </a:rPr>
              <a:t>CORE CONCEPTS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20116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6093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Concept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572768"/>
            <a:ext cx="64008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423160" y="160934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Definition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2011680" cy="484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87452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Context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847088"/>
            <a:ext cx="6400800" cy="484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1874520"/>
            <a:ext cx="6309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Entry point / folder in AD. Must exist before any AD asset can be created. Spans multiple domains/ADs.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50008"/>
            <a:ext cx="20116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" y="237744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Static Group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77440" y="2350008"/>
            <a:ext cx="6400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23160" y="2377440"/>
            <a:ext cx="6309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Membership manually managed — explicit add/remove by a user.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52928"/>
            <a:ext cx="2011680" cy="484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2880360"/>
            <a:ext cx="1920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PSD Group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2852928"/>
            <a:ext cx="6400800" cy="48463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23160" y="2880360"/>
            <a:ext cx="6309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LDAP query-driven. Background job auto-updates membership based on identity attributes (e.g. department).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36393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66666"/>
                </a:solidFill>
              </a:rPr>
              <a:t>Primary users: Group owners · Delegates · Solution architects · plus automated systems (API)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2 of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Success Definition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554480"/>
          </a:xfrm>
          <a:prstGeom prst="rect">
            <a:avLst/>
          </a:prstGeom>
          <a:solidFill>
            <a:srgbClr val="EEF4FF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77824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205B"/>
                </a:solidFill>
              </a:rPr>
              <a:t>"MyAccess is successful when users can request and receive group, context, and membership changes through a fast, well-governed approval process — and when every change, whether initiated by a human or an automated API call, is created, synchronized, and reflected accurately across AD and the MyAccess database — with PSD groups staying current, group sprawl controlled, and delegation used correctly across all domains."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487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TWO MODES, BOTH MUST WORK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798064"/>
            <a:ext cx="8412480" cy="47548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798064"/>
            <a:ext cx="109728" cy="47548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28529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</a:rPr>
              <a:t>Human self-service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85292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Fast, governed approval workflows for group/context/membership requests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28416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328416"/>
            <a:ext cx="109728" cy="475488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3832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05B"/>
                </a:solidFill>
              </a:rPr>
              <a:t>System-level automation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017520" y="338328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Reliable, correct API calls and PSD job execution — continuously, at scale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3 of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North Star Metric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05156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877824"/>
            <a:ext cx="8046720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% of group and membership changes (API + UI) correctly reflected in both AD and MyAccess DB within sync SLA, with zero drift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9659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Unlike MyPassword (adoption) or MyAccount (governance state), this North Star measures system-level correctness — because MyAccess is infrastructure other systems depend on continuously.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542032"/>
            <a:ext cx="4023360" cy="11887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615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Current Baseline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895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6B"/>
                </a:solidFill>
              </a:rPr>
              <a:t>X%  (TBC)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754880" y="2542032"/>
            <a:ext cx="402336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6151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</a:rPr>
              <a:t>Target (Oct 1)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8895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5E20"/>
                </a:solidFill>
              </a:rPr>
              <a:t>≥ 99.9%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389534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High target reflects API-scale reliability requirements — this system is called every minute, all day.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4 of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Business Perspective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CIO / Security / IT Leadership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Is data integrity maintained and risk controlled? Review quarterly.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33856"/>
            <a:ext cx="32918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1704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1133856"/>
            <a:ext cx="35661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170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it shows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1133856"/>
            <a:ext cx="15544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1704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Target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08176"/>
            <a:ext cx="329184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4356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AD ↔ MyAccess sync drift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0" y="1408176"/>
            <a:ext cx="35661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143560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Data integrity risk across the platform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23760" y="1408176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14356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0%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1828800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8562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Orphaned / unused group rate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1828800"/>
            <a:ext cx="3566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03320" y="18562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Group sprawl, access risk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23760" y="1828800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185623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&lt; 5%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249424"/>
            <a:ext cx="329184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2768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PSD group staleness rate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0" y="2249424"/>
            <a:ext cx="35661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03320" y="227685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Outdated membership from job/query failure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223760" y="2249424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9480" y="2276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670048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6974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API reliability rate (add/remove)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0" y="2670048"/>
            <a:ext cx="3566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03320" y="2697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Trustworthiness of automated access changes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223760" y="2670048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69480" y="26974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≥ 99.9%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090672"/>
            <a:ext cx="329184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31181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Delegation misuse incidents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0" y="3090672"/>
            <a:ext cx="35661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03320" y="311810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Governance and security risk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223760" y="3090672"/>
            <a:ext cx="1554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69480" y="31181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↓ trend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3511296"/>
            <a:ext cx="32918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35387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Context sprawl (unused/duplicate)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0" y="3511296"/>
            <a:ext cx="35661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703320" y="35387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Structural clutter, harder governance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223760" y="3511296"/>
            <a:ext cx="15544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69480" y="35387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↓ trend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3785616"/>
            <a:ext cx="841248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57200" y="3858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205B"/>
                </a:solidFill>
              </a:rPr>
              <a:t>3-Min Story: "Sync drift is zero. API reliability is 99.9%+. Group sprawl down X%. Access governance is trustworthy at scale."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5 of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Business Perspective (cont.)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CIO / Security / IT Leadership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Governance and compliance measures. Review quarterly.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2918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25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35661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225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it shows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1188720"/>
            <a:ext cx="15544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225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329184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490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Approval workflow SLA compliance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1463040"/>
            <a:ext cx="3566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14904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Governance process working at expected speed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1463040"/>
            <a:ext cx="1554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1490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≥ 90%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947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Incident volume tagged MyAccess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192024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03320" y="19476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Overall risk and support burden trend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192024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1947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↓ trend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329184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404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Unix-enabled group accuracy 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2377440"/>
            <a:ext cx="3566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03320" y="2404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Correct GID set on Unix-enabled groups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2377440"/>
            <a:ext cx="1554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9480" y="2404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100%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6 of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User Perspective (1/2)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Group Owners / Delegates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Approvals and self-service. Review monthly.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2918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25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35661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225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it shows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1188720"/>
            <a:ext cx="15544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225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329184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490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Group creation approval turnaround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1463040"/>
            <a:ext cx="3566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14904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Are requests approved/rejected on time?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1463040"/>
            <a:ext cx="1554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1490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&lt; 48 hrs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947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Member addition approval turnaround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192024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03320" y="19476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Same, for membership requests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192024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1947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&lt; 24 hrs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329184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404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Rejection rate with proper reason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2377440"/>
            <a:ext cx="3566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03320" y="2404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Rejections explained clearly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2377440"/>
            <a:ext cx="1554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9480" y="2404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100%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83464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862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Self-service completion rate (by type)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283464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03320" y="28620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Create, update, add/remove, delete — no IT help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23760" y="283464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69480" y="28620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≥ 85%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291840"/>
            <a:ext cx="329184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33192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Context/group creation within lead time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0" y="3291840"/>
            <a:ext cx="3566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03320" y="3319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Requests fulfilled on time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23760" y="3291840"/>
            <a:ext cx="1554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69480" y="3319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≥ 90% SLA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74904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3776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Member add/remove reflected in AD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0" y="374904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703320" y="37764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Fast enough to be usable?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223760" y="374904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269480" y="3776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&lt; 5 mins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7 of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User Perspective (2/2)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Group Owners / Delegates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PSD accuracy, delegation, and Unix. Review monthly.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2918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25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35661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1225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 it shows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23760" y="1188720"/>
            <a:ext cx="15544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225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329184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490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PSD group accuracy (spot-check)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1463040"/>
            <a:ext cx="3566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14904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Membership matches expected query result?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1463040"/>
            <a:ext cx="1554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1490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≥ 98%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947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Group history/audit view usage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192024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03320" y="19476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Owners actually verifying changes?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223760" y="192024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69480" y="19476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↑ trend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329184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4048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Delegation setup success 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0" y="2377440"/>
            <a:ext cx="3566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703320" y="24048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Delegates configured correctly first 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23760" y="2377440"/>
            <a:ext cx="1554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9480" y="24048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↑ trend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83464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862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IT request volume — group/context mgmt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2834640"/>
            <a:ext cx="3566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703320" y="28620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Still going to IT instead of self-service?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23760" y="283464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69480" y="28620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↓ trend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291840"/>
            <a:ext cx="329184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33192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Unix group enablement within lead time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0" y="3291840"/>
            <a:ext cx="3566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03320" y="33192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Unix group access ready when needed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223760" y="3291840"/>
            <a:ext cx="1554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69480" y="3319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≥ 90% SLA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" y="3749040"/>
            <a:ext cx="841248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2920" y="38221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1A2E"/>
                </a:solidFill>
              </a:rPr>
              <a:t>Note: PSD failure mode differs from Static — PSD fails via broken query/job, not human forgetfulness. Track separately.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8 of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Product (1/3): Self-Service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PM Only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Is self-service and governance behaving as designed? Review weekly.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252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1188720"/>
            <a:ext cx="40233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225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Action if wrong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0" y="1188720"/>
            <a:ext cx="16459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1225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Target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27432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49047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Self-service failure rate (by action type)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1463040"/>
            <a:ext cx="4023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4904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Which flow breaks — create, add member, context?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0" y="1463040"/>
            <a:ext cx="1645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14904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&lt; 10%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1883664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91109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Approval bottleneck identification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0" y="1883664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54680" y="19110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Approver, process, or UX causing delay?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1883664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8040" y="19110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Investigate if &gt; SLA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304288"/>
            <a:ext cx="27432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331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Static group membership drift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0" y="2304288"/>
            <a:ext cx="4023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5468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Owners forgetting to remove members? Add nudges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0" y="2304288"/>
            <a:ext cx="1645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78040" y="2331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↓ trend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724912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7523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Context creation failure rate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08960" y="2724912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54680" y="27523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UX or backend issue in provisioning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0" y="2724912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8040" y="2752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&lt; 2%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145536"/>
            <a:ext cx="274320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31729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Incident volume by root cause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108960" y="3145536"/>
            <a:ext cx="4023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54680" y="3172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Sync vs. user error vs. PSD job — fix accordingly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32320" y="3145536"/>
            <a:ext cx="16459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78040" y="31729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Categorize + trend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3566160"/>
            <a:ext cx="27432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35935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Self-service rate vs. incident correlation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108960" y="3566160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154680" y="35935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Self-service ↑ but incidents flat → silent failure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132320" y="3566160"/>
            <a:ext cx="1645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178040" y="3593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Both move together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4041648"/>
            <a:ext cx="8412480" cy="457200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292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205B"/>
                </a:solidFill>
              </a:rPr>
              <a:t>Rule: if a metric goes wrong and IT ops fixes it → operational. If you fix it in the product → yours.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9 of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Product (2/3): API &amp; System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PM Only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This section matters more for MyAccess than any other app — called by other systems every minute, all day.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435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1207008"/>
            <a:ext cx="40233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243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Action if wrong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0" y="1207008"/>
            <a:ext cx="16459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12435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Target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81328"/>
            <a:ext cx="27432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5087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API call success rate (add/remove)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08960" y="1481328"/>
            <a:ext cx="402336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5087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Throttling, timeout, or bad payload?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32320" y="1481328"/>
            <a:ext cx="164592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15087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≥ 99.9%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188366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91109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API latency (p95)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108960" y="1883664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54680" y="191109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Slow calls cascade into downstream failures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188366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8040" y="191109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&lt; 2 sec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27432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3134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PSD job success rate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108960" y="2286000"/>
            <a:ext cx="402336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54680" y="2313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Job failing → escalate; query broken → fix logic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0" y="2286000"/>
            <a:ext cx="164592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78040" y="231343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100%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688336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7157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PSD query error rate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108960" y="2688336"/>
            <a:ext cx="40233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54680" y="27157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Which queries are malformed or reference bad attrs?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0" y="2688336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78040" y="27157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0%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090672"/>
            <a:ext cx="274320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311810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Sync lag time (AD ↔ MyAccess DB)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108960" y="3090672"/>
            <a:ext cx="402336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154680" y="311810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How long is drift window before correction?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132320" y="3090672"/>
            <a:ext cx="1645920" cy="384048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78040" y="311810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&lt; 5 mins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10 of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Metrics — Product (3/3): Unix Groups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PM Only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Unix group enablement (GID number). Same silent-failure pattern as MyAccount.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252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Metric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188720"/>
            <a:ext cx="40233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54680" y="1225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Action if wrong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1188720"/>
            <a:ext cx="16459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78040" y="12252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463040"/>
            <a:ext cx="27432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4904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Unix group GID error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08960" y="1463040"/>
            <a:ext cx="40233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54680" y="14904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Wrong/missing GID — improve form validation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32320" y="1463040"/>
            <a:ext cx="16459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14904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920240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9476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Unix group AD sync success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1920240"/>
            <a:ext cx="4023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54680" y="19476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Sync job failing → escalate to IT ops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1920240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78040" y="19476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100%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377440"/>
            <a:ext cx="27432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4048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Unix group AD sync lag time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08960" y="2377440"/>
            <a:ext cx="40233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154680" y="24048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Set but not propagated → access delays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0" y="2377440"/>
            <a:ext cx="16459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78040" y="24048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</a:rPr>
              <a:t>&lt; 15 mins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834640"/>
            <a:ext cx="8412480" cy="548640"/>
          </a:xfrm>
          <a:prstGeom prst="rect">
            <a:avLst/>
          </a:prstGeom>
          <a:solidFill>
            <a:srgbClr val="FFF8E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2920" y="290779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Unix watch-out: a GID set correctly in MyAccess but not yet in AD causes a Unix group resolution failure that looks like a product bug. Always check AD sync job status first.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11 of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Platform Health Metrics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IT Ops (PM context)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80467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</a:rPr>
              <a:t>Matters more here than any other MyIAM app — called constantly by other systems, every minute, all day.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29260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2435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207008"/>
            <a:ext cx="40233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12435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Why it matters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0" y="1207008"/>
            <a:ext cx="146304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60920" y="1243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Owner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481328"/>
            <a:ext cx="29260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15087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API uptime 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81328"/>
            <a:ext cx="402336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37560" y="15087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Downstream systems depend on always-on availability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0" y="1481328"/>
            <a:ext cx="146304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60920" y="15087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Ops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1865376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" y="1892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API call volume (per minute/hour)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91840" y="1865376"/>
            <a:ext cx="4023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37560" y="1892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Baseline for detecting anomalies — spikes or drops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0" y="1865376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60920" y="18928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Ops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249424"/>
            <a:ext cx="29260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11480" y="22768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API error rate by type (4xx, 5xx, timeout)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91840" y="2249424"/>
            <a:ext cx="402336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337560" y="22768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Distinguishes bad requests from platform failures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0" y="2249424"/>
            <a:ext cx="146304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60920" y="227685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Ops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63347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" y="266090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AD sync job success rate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91840" y="2633472"/>
            <a:ext cx="4023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337560" y="266090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Failed jobs = drift accumulates silently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315200" y="2633472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60920" y="26609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Ops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3017520"/>
            <a:ext cx="292608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1480" y="30449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PSD job scheduler health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291840" y="3017520"/>
            <a:ext cx="402336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337560" y="3044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Missed job runs = stale groups platform-wide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15200" y="3017520"/>
            <a:ext cx="1463040" cy="365760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360920" y="30449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Ops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65760" y="3401568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11480" y="3429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Major Incident (MI) count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91840" y="3401568"/>
            <a:ext cx="4023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337560" y="3429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Explains spikes in sync drift or API failure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315200" y="3401568"/>
            <a:ext cx="1463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360920" y="34290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Ops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65760" y="3822192"/>
            <a:ext cx="841248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02920" y="387705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PM decision tree: North Star flat/dropping → check platform health first.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API/job failures that day → IT ops issue. Everything ran clean, drift persists → product-level investigation.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12 of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Measurement Cadence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28016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1480" y="9052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Frequency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645920" y="868680"/>
            <a:ext cx="384048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691640" y="905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 to review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0" y="868680"/>
            <a:ext cx="3474720" cy="27432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32120" y="9052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Action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143000"/>
            <a:ext cx="1280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" y="1170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Daily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45920" y="1143000"/>
            <a:ext cx="3840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91640" y="11704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API success rate, API error rate, PSD job success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0" y="1143000"/>
            <a:ext cx="34747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32120" y="11704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Zero tolerance for API failures — escalate immediately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60020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" y="16276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Weekly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645920" y="160020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91640" y="1627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North Star %, self-service completion, sync drift, incidents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0" y="160020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32120" y="16276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Flag anomalies; identify which action/type is failing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057400"/>
            <a:ext cx="12801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20848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Monthly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0" y="2057400"/>
            <a:ext cx="384048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91640" y="20848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Approval turnaround, group sprawl, orphan rate, user metrics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0" y="2057400"/>
            <a:ext cx="347472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32120" y="2084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One-page update to IT management and group owners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514600"/>
            <a:ext cx="12801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11480" y="25420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Quarterly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645920" y="251460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691640" y="25420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Full metric review, business impact, delegation governance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0" y="2514600"/>
            <a:ext cx="34747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32120" y="2542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Present to CIO / IT Leadership; reassess targets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2761488"/>
            <a:ext cx="8412480" cy="411480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2920" y="281635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05B"/>
                </a:solidFill>
              </a:rPr>
              <a:t>Daily API check is non-negotiable — this system runs continuously, unlike human-driven self-service tools.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32918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45011"/>
                </a:solidFill>
              </a:rPr>
              <a:t>IMMEDIATE NEXT STEPS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611880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5760" y="361188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594360" y="3616452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Establish baseline AD ↔ MyAccess sync drift rate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785616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5760" y="378561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594360" y="3790188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Pull current API success rate and latency (p95) from API logs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3959352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65760" y="395935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94360" y="3963924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Validate PSD job success rate and query error rate with IT ops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133088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5760" y="413308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594360" y="413766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Establish orphaned/unused group baseline by type (static vs PSD)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4306824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65760" y="430682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594360" y="4311396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Pull incident volume tagged MyAccess, categorized by root cause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4480560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65760" y="448056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594360" y="4485132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Confirm approval workflow turnaround — group creation &amp; member addition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654296"/>
            <a:ext cx="164592" cy="146304"/>
          </a:xfrm>
          <a:prstGeom prst="rect">
            <a:avLst/>
          </a:prstGeom>
          <a:solidFill>
            <a:srgbClr val="E45011"/>
          </a:solidFill>
          <a:ln w="12700">
            <a:solidFill>
              <a:srgbClr val="E4501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65760" y="465429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  <p:sp>
        <p:nvSpPr>
          <p:cNvPr id="57" name="Text 55"/>
          <p:cNvSpPr txBox="1"/>
          <p:nvPr/>
        </p:nvSpPr>
        <p:spPr>
          <a:xfrm>
            <a:off x="594360" y="4658868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Validate Unix group GID accuracy and AD sync lag time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13 of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109728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MyAccess — Business Value Summary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82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347"/>
                </a:solidFill>
              </a:rPr>
              <a:t>CIO / Programme Review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658368"/>
          </a:xfrm>
          <a:prstGeom prst="rect">
            <a:avLst/>
          </a:prstGeom>
          <a:solidFill>
            <a:srgbClr val="EEF4FF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841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05B"/>
                </a:solidFill>
              </a:rPr>
              <a:t>The problem: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5156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Group and context sprawl, stale PSD memberships, sync drift between AD and MyAccess, and unreliable high-frequency API calls created access risk and undermined trust in automated provisioning.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265176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700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</a:rPr>
              <a:t>💰  Cost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048256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IT request volume for group/context mgmt ↓ X%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Reduced manual intervention in access changes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627632"/>
            <a:ext cx="265176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700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</a:rPr>
              <a:t>🔒  Risk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048256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Sync drift: 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Orphaned groups: X% → Y%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API reliability: ≥ 99.9%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627632"/>
            <a:ext cx="2651760" cy="1737360"/>
          </a:xfrm>
          <a:prstGeom prst="rect">
            <a:avLst/>
          </a:prstGeom>
          <a:solidFill>
            <a:srgbClr val="F0F4FA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170078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B"/>
                </a:solidFill>
              </a:rPr>
              <a:t>⚡  Efficiency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048256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Approval SLA compliance: X%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PSD groups staying current: X%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Member changes reflected: &lt; 5 min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8412480" cy="457200"/>
          </a:xfrm>
          <a:prstGeom prst="rect">
            <a:avLst/>
          </a:prstGeom>
          <a:solidFill>
            <a:srgbClr val="00205B"/>
          </a:solidFill>
          <a:ln w="12700">
            <a:solidFill>
              <a:srgbClr val="00205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5661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Status: On track for Oct 1 launch · API-scale reliability validated · Group governance in place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404164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Fill baseline numbers (X%) once pulled from API logs, MyAccess DB, and ServiceNow before launch.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Page 14 of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2026-09-02T04:19:38Z</dcterms:created>
  <dcterms:modified xsi:type="dcterms:W3CDTF">2026-09-02T04:19:38Z</dcterms:modified>
</cp:coreProperties>
</file>